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56ebbd0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56ebbd0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56ebbd0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56ebbd0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56ebbd03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56ebbd03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56ebbd03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56ebbd03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6ebbd03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56ebbd03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ccf8583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ccf8583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Diagnóstico de Caída de Ventas y Comportamiento de Clientes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11700" y="3429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Consultores: Prado, Leila.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     Morales, Gustavo.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Panorama General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4051975"/>
            <a:ext cx="85206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"50.000 Transacciones Analizadas"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"Una base sólida con oportunidades de optimización en la retención."</a:t>
            </a:r>
            <a:endParaRPr b="1"/>
          </a:p>
        </p:txBody>
      </p:sp>
      <p:pic>
        <p:nvPicPr>
          <p:cNvPr id="93" name="Google Shape;93;p14" title="00_panorama_general_vent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350" y="1170125"/>
            <a:ext cx="5347302" cy="267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Radiografía del Abandono (Churn)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4090275"/>
            <a:ext cx="85206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405 clientes únicos han dejado de comprar en los últimos 6 meses (Tasa de abandono: 8.1%).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"Perder casi 1 de cada 10 clientes es una señal de alerta que requiere acción inmediata".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0" name="Google Shape;100;p15" title="01_distribucion_chu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446" y="1225925"/>
            <a:ext cx="3601106" cy="286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¿Dónde está el problema? (Análisis por Categoría)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3996175"/>
            <a:ext cx="8520600" cy="10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El abandono es parejo en todas las categorías (~6.4%)</a:t>
            </a:r>
            <a:endParaRPr b="1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"El problema no es el producto, sino la pérdida del vínculo post-venta con el cliente".</a:t>
            </a:r>
            <a:endParaRPr b="1"/>
          </a:p>
        </p:txBody>
      </p:sp>
      <p:pic>
        <p:nvPicPr>
          <p:cNvPr id="107" name="Google Shape;107;p16" title="02_churn_por_categor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6575" y="1170125"/>
            <a:ext cx="4950845" cy="267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Perfil del Cliente que Perdemos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4100100"/>
            <a:ext cx="85206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"Estamos perdiendo a nuestros clientes 'promedio ideales'. Recuperar a alguien que ya nos conoce es 5 veces más barato que adquirir uno nuevo".</a:t>
            </a:r>
            <a:endParaRPr b="1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100" y="1126050"/>
            <a:ext cx="3539809" cy="27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Recomendaciones Estratégicas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b="1" lang="en-GB"/>
              <a:t>Acción 1 (Inmediata): Campaña de re-activación por email a los 405 IDs identificados.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b="1" lang="en-GB"/>
              <a:t>Acción 2 (Estructural): Reforzar programas de lealtad en Moda y Deportes (categorías de mayor volumen).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b="1" lang="en-GB"/>
              <a:t>Acción 3 (Incentivo): Cupón de "Re-bienvenida" con validez limitada para generar urgencia.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6D9EE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El Futuro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/>
              <a:t>Propuesta: Pasar del análisis reactivo (qué pasó) al predictivo (qué pasará).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/>
              <a:t>Cierre: "En la Fase 4, implementaremos un modelo para detectar quién está por irse antes de que ocurra. Ese es el valor diferencial de Prado &amp; Morales".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